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Media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Mentions: 3011</a:t>
            </a:r>
          </a:p>
          <a:p>
            <a:r>
              <a:t>Peak Day: 2025-12-05</a:t>
            </a:r>
          </a:p>
          <a:p>
            <a:r>
              <a:t>MoM Change: 0.00%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Trend</a:t>
            </a:r>
          </a:p>
        </p:txBody>
      </p:sp>
      <p:pic>
        <p:nvPicPr>
          <p:cNvPr id="3" name="Picture 2" descr="dai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Breakdown</a:t>
            </a:r>
          </a:p>
        </p:txBody>
      </p:sp>
      <p:pic>
        <p:nvPicPr>
          <p:cNvPr id="3" name="Picture 2" descr="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4572000" cy="32657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Media Themes</a:t>
            </a:r>
          </a:p>
        </p:txBody>
      </p:sp>
      <p:pic>
        <p:nvPicPr>
          <p:cNvPr id="3" name="Picture 2" descr="word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7726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