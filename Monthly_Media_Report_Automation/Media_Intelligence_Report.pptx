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Selected Period: 2025-12-08 00:00:00</a:t>
            </a:r>
          </a:p>
          <a:p>
            <a:r>
              <a:t>Total Mentions: 2888</a:t>
            </a:r>
          </a:p>
          <a:p>
            <a:r>
              <a:t>Mentions in Period: 710</a:t>
            </a:r>
          </a:p>
          <a:p>
            <a:r>
              <a:t>Insight: ⚠️ Coverage spike detected during 2025-12-08 00:00:00. Dominant sentiment: Neutral.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Trend</a:t>
            </a:r>
          </a:p>
        </p:txBody>
      </p:sp>
      <p:pic>
        <p:nvPicPr>
          <p:cNvPr id="3" name="Picture 2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Distribution</a:t>
            </a:r>
          </a:p>
        </p:txBody>
      </p:sp>
      <p:pic>
        <p:nvPicPr>
          <p:cNvPr id="3" name="Picture 2" descr="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Trend Over Time</a:t>
            </a:r>
          </a:p>
        </p:txBody>
      </p:sp>
      <p:pic>
        <p:nvPicPr>
          <p:cNvPr id="3" name="Picture 2" descr="sentime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Themes</a:t>
            </a:r>
          </a:p>
        </p:txBody>
      </p:sp>
      <p:pic>
        <p:nvPicPr>
          <p:cNvPr id="3" name="Picture 2" descr="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3651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Sources in 2025-12-08 00:00:00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Straits Times: 114</a:t>
            </a:r>
          </a:p>
          <a:p>
            <a:r>
              <a:t>CNA 93.8FM SGP: 94</a:t>
            </a:r>
          </a:p>
          <a:p>
            <a:r>
              <a:t>Yahoo! Singapore: 77</a:t>
            </a:r>
          </a:p>
          <a:p>
            <a:r>
              <a:t>Lianhe Zao Bao - PDF: 52</a:t>
            </a:r>
          </a:p>
          <a:p>
            <a:r>
              <a:t>The Business Times: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Headlines in 2025-12-08 00:00:00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Neutral: வெண்கலம் வென்ற சிங்கப்பூர் ஆண்கள் டி20 கிரிக்கெட் அணி</a:t>
            </a:r>
          </a:p>
          <a:p>
            <a:r>
              <a:t>Positive: SG, China akan bincang usaha tingkatkan pelaburan, perdagangan: Gan Kim Yong</a:t>
            </a:r>
          </a:p>
          <a:p>
            <a:r>
              <a:t>Neutral: CNA 93.8FM SGP - Sun, 14 Dec 2025 08:30:00</a:t>
            </a:r>
          </a:p>
          <a:p>
            <a:r>
              <a:t>Neutral: ‘Shui’ (tax) voted Malaysia’s Chinese character of the year</a:t>
            </a:r>
          </a:p>
          <a:p>
            <a:r>
              <a:t>Neutral: Thailand declares curfew along coast as border clashes with Cambodia enter second week</a:t>
            </a:r>
          </a:p>
          <a:p>
            <a:r>
              <a:t>Negative: Thai premier Anutin’s support declines as election looms</a:t>
            </a:r>
          </a:p>
          <a:p>
            <a:r>
              <a:t>Positive: Vietnam switches on first LNG-fired power plants, plans 20 more by 2035</a:t>
            </a:r>
          </a:p>
          <a:p>
            <a:r>
              <a:t>Negative: Thailand’s election gamble stalls US trade talks, reform push</a:t>
            </a:r>
          </a:p>
          <a:p>
            <a:r>
              <a:t>Negative: Thailand’s election gamble stalls US trade talks, reform push</a:t>
            </a:r>
          </a:p>
          <a:p>
            <a:r>
              <a:t>Negative: Thailand confirms first civilian killed in week of Cambodia fighting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